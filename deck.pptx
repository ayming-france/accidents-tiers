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pilotage-arrets-longue-duree/" TargetMode="External"/><Relationship Id="rId5" Type="http://schemas.openxmlformats.org/officeDocument/2006/relationships/hyperlink" Target="https://www.ayming.fr/ressources-humaines/couts-rh/cotisations-at-mp/?utm_source=slides-sales&amp;utm_medium=print&amp;utm_campaign=accidents-tiers" TargetMode="External"/><Relationship Id="rId6" Type="http://schemas.openxmlformats.org/officeDocument/2006/relationships/hyperlink" Target="https://ayming-france.github.io/gestion-des-atm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colruyt-securise-ses-couts-lies-aux-at-mp/?utm_source=slides-sales&amp;utm_medium=print&amp;utm_campaign=accidents-tiers&amp;utm_content=testimonial" TargetMode="External"/><Relationship Id="rId4" Type="http://schemas.openxmlformats.org/officeDocument/2006/relationships/hyperlink" Target="https://www.ayming.fr/temoignages-clients/stef-ameliore-pilotage-arret-travail-et-risques-professionnels/?utm_source=slides-sales&amp;utm_medium=print&amp;utm_campaign=accidents-tiers&amp;utm_content=testimonial" TargetMode="External"/><Relationship Id="rId5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accidents-tier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404766" y="1610394"/>
            <a:ext cx="2971725" cy="34874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09984" y="1610394"/>
            <a:ext cx="2971725" cy="34874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7815203" y="1610394"/>
            <a:ext cx="2971725" cy="34874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5628862" y="5405647"/>
            <a:ext cx="4314806" cy="4542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324641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