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ayming-france.github.io/declarer-un-accident-du-travail/" TargetMode="External"/><Relationship Id="rId4" Type="http://schemas.openxmlformats.org/officeDocument/2006/relationships/hyperlink" Target="https://ayming-france.github.io/pilotage-arrets-longue-duree/" TargetMode="External"/><Relationship Id="rId5" Type="http://schemas.openxmlformats.org/officeDocument/2006/relationships/hyperlink" Target="https://www.ayming.fr/ressources-humaines/couts-rh/cotisations-at-mp/?utm_source=slides-sales&amp;utm_medium=print&amp;utm_campaign=accidents-tiers" TargetMode="External"/><Relationship Id="rId6" Type="http://schemas.openxmlformats.org/officeDocument/2006/relationships/hyperlink" Target="https://ayming-france.github.io/gestion-des-atmp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colruyt-securise-ses-couts-lies-aux-at-mp/?utm_source=slides-sales&amp;utm_medium=print&amp;utm_campaign=accidents-tiers&amp;utm_content=testimonial" TargetMode="External"/><Relationship Id="rId4" Type="http://schemas.openxmlformats.org/officeDocument/2006/relationships/hyperlink" Target="https://www.ayming.fr/temoignages-clients/stef-ameliore-pilotage-arret-travail-et-risques-professionnels/?utm_source=slides-sales&amp;utm_medium=print&amp;utm_campaign=accidents-tiers&amp;utm_content=testimonial" TargetMode="External"/><Relationship Id="rId5" Type="http://schemas.openxmlformats.org/officeDocument/2006/relationships/hyperlink" Target="https://www.ayming.fr/temoignages-clients/gemfos-reussi-a-reduire-les-accidents-du-travail-et-optimiser-la-gestion-des-absences/?utm_source=slides-sales&amp;utm_medium=print&amp;utm_campaign=accidents-tiers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076398" y="1774433"/>
            <a:ext cx="2666933" cy="31297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952876" y="1774433"/>
            <a:ext cx="2666933" cy="31297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7829354" y="1774433"/>
            <a:ext cx="2666933" cy="31297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5867253" y="5180428"/>
            <a:ext cx="3872262" cy="4076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66713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286542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